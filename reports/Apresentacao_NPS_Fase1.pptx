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NPS Preditivo — Tech Challenge Fase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E-commerce: da operação à experiência do cliente</a:t>
            </a:r>
          </a:p>
          <a:p>
            <a:r>
              <a:t>FIAP · Storytelling para gestão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Contexto do 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E-commerce em crescimento: mais pedidos, entregas e interações.</a:t>
            </a:r>
          </a:p>
          <a:p>
            <a:pPr>
              <a:defRPr sz="2000"/>
            </a:pPr>
            <a:r>
              <a:t>NPS varia muito entre clientes — e a pesquisa só vem no fim da jornada.</a:t>
            </a:r>
          </a:p>
          <a:p>
            <a:pPr>
              <a:defRPr sz="2000"/>
            </a:pPr>
            <a:r>
              <a:t>Consequência: a empresa reage tarde; queremos antecipar problemas.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Pergunta que orienta a análise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Quais fatores operacionais mais explicam o NPS?</a:t>
            </a:r>
          </a:p>
          <a:p>
            <a:pPr>
              <a:defRPr sz="2000"/>
            </a:pPr>
            <a:r>
              <a:t>Onde estão os detratores e qual o “ponto de ruptura” da experiência?</a:t>
            </a:r>
          </a:p>
          <a:p>
            <a:pPr>
              <a:defRPr sz="2000"/>
            </a:pPr>
            <a:r>
              <a:t>(Complemento) Qual pedido tem maior risco de NPS baixo antes da pesquisa?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Principais insights da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Base com ~2.500 pedidos: NPS médio baixo; predominam detrators na escala 0–10.</a:t>
            </a:r>
          </a:p>
          <a:p>
            <a:pPr>
              <a:defRPr sz="2000"/>
            </a:pPr>
            <a:r>
              <a:t>Atraso na entrega: sem atraso, nota média muito maior; com 4+ dias, nota despenca.</a:t>
            </a:r>
          </a:p>
          <a:p>
            <a:pPr>
              <a:defRPr sz="2000"/>
            </a:pPr>
            <a:r>
              <a:t>Reclamações e contatos com atendimento acompanham queda forte do NPS.</a:t>
            </a:r>
          </a:p>
          <a:p>
            <a:pPr>
              <a:defRPr sz="2000"/>
            </a:pPr>
            <a:r>
              <a:t>Regiões: diferenças menores — o gargalo é execução, não “só marketing regional”.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Fatores que mais impactam a satisfação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Logística: dias de atraso e tentativas de entrega.</a:t>
            </a:r>
          </a:p>
          <a:p>
            <a:pPr>
              <a:defRPr sz="2000"/>
            </a:pPr>
            <a:r>
              <a:t>Qualidade / volume de reclamações e tempo de resolução.</a:t>
            </a:r>
          </a:p>
          <a:p>
            <a:pPr>
              <a:defRPr sz="2000"/>
            </a:pPr>
            <a:r>
              <a:t>Pressão no SAC: cada contato extra sinaliza jornada problemática.</a:t>
            </a:r>
          </a:p>
          <a:p>
            <a:pPr>
              <a:defRPr sz="2000"/>
            </a:pPr>
            <a:r>
              <a:t>CSAT interno acompanha o NPS — bom alinhamento de indicadores.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Recomendações práticas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Plano de ação para atraso ≥ 4 dias: comunicação proativa + compensação.</a:t>
            </a:r>
          </a:p>
          <a:p>
            <a:pPr>
              <a:defRPr sz="2000"/>
            </a:pPr>
            <a:r>
              <a:t>Priorizar root-cause de reclamações (produto, embalagem, transportadora, promessa).</a:t>
            </a:r>
          </a:p>
          <a:p>
            <a:pPr>
              <a:defRPr sz="2000"/>
            </a:pPr>
            <a:r>
              <a:t>Reduzir necessidade de contato: rastreio claro e expectativa de prazo.</a:t>
            </a:r>
          </a:p>
          <a:p>
            <a:pPr>
              <a:defRPr sz="2000"/>
            </a:pPr>
            <a:r>
              <a:t>Pilotar fila de risco com score preditivo antes da pesquisa NPS.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 preditivo (visão executiva)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Usa dados de pedido, logística e atendimento para estimar o NPS.</a:t>
            </a:r>
          </a:p>
          <a:p>
            <a:pPr>
              <a:defRPr sz="2000"/>
            </a:pPr>
            <a:r>
              <a:t>Ajuda a priorizar onde logística e SAC agem antes da pesquisa.</a:t>
            </a:r>
          </a:p>
          <a:p>
            <a:pPr>
              <a:defRPr sz="2000"/>
            </a:pPr>
            <a:r>
              <a:t>Variáveis mais relevantes: atraso, reclamações e sinais de fricção no atendimento.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Limitações e riscos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Correlação não implica causa: validar com pilotos e experimentos.</a:t>
            </a:r>
          </a:p>
          <a:p>
            <a:pPr>
              <a:defRPr sz="2000"/>
            </a:pPr>
            <a:r>
              <a:t>Modelo pode mudar com sazonalidade, greves ou mudança de transportadora.</a:t>
            </a:r>
          </a:p>
          <a:p>
            <a:pPr>
              <a:defRPr sz="2000"/>
            </a:pPr>
            <a:r>
              <a:t>Uso responsável: apoio à decisão, não punição automática de times ou clientes.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Próximos passos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Inserir nos slides as figuras da pasta reports/ (gráficos da EDA e do modelo).</a:t>
            </a:r>
          </a:p>
          <a:p>
            <a:pPr>
              <a:defRPr sz="2000"/>
            </a:pPr>
            <a:r>
              <a:t>Definir piloto em uma região ou categoria e acompanhar NPS real vs predito.</a:t>
            </a:r>
          </a:p>
          <a:p>
            <a:pPr>
              <a:defRPr sz="2000"/>
            </a:pPr>
            <a:r>
              <a:t>Alinhar OKRs de logística e SAC às alavancas identificadas.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